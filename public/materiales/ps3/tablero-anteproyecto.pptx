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a931c8e054607" /><Relationship Type="http://schemas.openxmlformats.org/officeDocument/2006/relationships/extended-properties" Target="/docProps/app.xml" Id="Rba6a47737db54a66" /><Relationship Type="http://schemas.openxmlformats.org/officeDocument/2006/relationships/officeDocument" Target="/ppt/presentation.xml" Id="Re3e8b00d91bc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25cfc7609412d"/>
  </p:sldMasterIdLst>
  <p:notesMasterIdLst>
    <p:notesMasterId xmlns:r="http://schemas.openxmlformats.org/officeDocument/2006/relationships" r:id="Rb8de69d37bb04e80"/>
  </p:notesMasterIdLst>
  <p:sldIdLst>
    <p:sldId xmlns:r="http://schemas.openxmlformats.org/officeDocument/2006/relationships" id="256" r:id="R0be8a10cfa7f4aff"/>
    <p:sldId xmlns:r="http://schemas.openxmlformats.org/officeDocument/2006/relationships" id="257" r:id="R8fa5cd78f3924113"/>
    <p:sldId xmlns:r="http://schemas.openxmlformats.org/officeDocument/2006/relationships" id="258" r:id="Rd552e4198d744059"/>
  </p:sldIdLst>
  <p:sldSz cx="22860000" cy="2095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5979464cf446e" /><Relationship Type="http://schemas.openxmlformats.org/officeDocument/2006/relationships/slideMaster" Target="/ppt/slideMasters/slideMaster1.xml" Id="Re8b25cfc7609412d" /><Relationship Type="http://schemas.openxmlformats.org/officeDocument/2006/relationships/notesMaster" Target="/ppt/notesMasters/notesMaster1.xml" Id="Rb8de69d37bb04e80" /><Relationship Type="http://schemas.openxmlformats.org/officeDocument/2006/relationships/presProps" Target="/ppt/presProps.xml" Id="Rb335c1405ac24cbe" /><Relationship Type="http://schemas.openxmlformats.org/officeDocument/2006/relationships/tableStyles" Target="/ppt/tableStyles.xml" Id="R081d7a9aa9814bdc" /><Relationship Type="http://schemas.openxmlformats.org/officeDocument/2006/relationships/slide" Target="/ppt/slides/slide1.xml" Id="R0be8a10cfa7f4aff" /><Relationship Type="http://schemas.openxmlformats.org/officeDocument/2006/relationships/slide" Target="/ppt/slides/slide2.xml" Id="R8fa5cd78f3924113" /><Relationship Type="http://schemas.openxmlformats.org/officeDocument/2006/relationships/slide" Target="/ppt/slides/slide3.xml" Id="Rd552e4198d7440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974ce98bb49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a79725db1f4060" /><Relationship Type="http://schemas.openxmlformats.org/officeDocument/2006/relationships/notesMaster" Target="/ppt/notesMasters/notesMaster1.xml" Id="Rafa02e014b584c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41d7be8b945c9" /><Relationship Type="http://schemas.openxmlformats.org/officeDocument/2006/relationships/notesMaster" Target="/ppt/notesMasters/notesMaster1.xml" Id="R06afdd534a364d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499a98af8d429b" /><Relationship Type="http://schemas.openxmlformats.org/officeDocument/2006/relationships/notesMaster" Target="/ppt/notesMasters/notesMaster1.xml" Id="R71dc392c9393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requerimiento docente y tarea de la clase 5. https://catedra.dejesumensaje.com/pensamiento-sensorial/por-que-una-experiencia/ . Adaptaciones de https://www.designkit.org/methods/determine-what-to-prototype.html y https://www.designkit.org/methods/storyboard.html . Los tiempos son propios de la clase.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Adaptación docente de Feedback Capture Grid, Stanford d.school: https://dschool.stanford.edu/s/METHODCARDS-v3-slim.pdf . Cuatro criterios de igual peso del hito Territorio y pregunta de interacción.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pedagógico inventado, basado en el caso Memoria familiar de la tarea de la clase 5. No contiene hallazgos de estudiantes.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99c31c89247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806a2bceb74295" /><Relationship Type="http://schemas.openxmlformats.org/officeDocument/2006/relationships/slideLayout" Target="/ppt/slideLayouts/slideLayout1.xml" Id="Rccfbeb3397d4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beb3397d4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2671d3a5c4165" /><Relationship Type="http://schemas.openxmlformats.org/officeDocument/2006/relationships/notesSlide" Target="/ppt/notesSlides/notesSlide1.xml" Id="Rb487271d35264c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73d7b491f4f3f" /><Relationship Type="http://schemas.openxmlformats.org/officeDocument/2006/relationships/notesSlide" Target="/ppt/notesSlides/notesSlide2.xml" Id="R3132d44d68ab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073683994d91" /><Relationship Type="http://schemas.openxmlformats.org/officeDocument/2006/relationships/notesSlide" Target="/ppt/notesSlides/notesSlide3.xml" Id="R1b995f3fa399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1FA3BE-6A2B-488B-BDE6-F383B5E7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EDDFB-9CE1-477F-9146-EF13462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PENSAMIENTO SENSORIAL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D1CC7-3C55-42F0-BA7D-9EDC77E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29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GRUPO: [completar]    INTEGRANTES: [completar]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A06B2-DF57-4FCF-A142-1C3E68B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2095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435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Clase 6 · Una pregunta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D968C-546C-4C4D-B051-2894278A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152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555555"/>
                </a:solidFill>
                <a:latin typeface="Roboto"/>
                <a:ea typeface="Roboto"/>
                <a:cs typeface="Roboto"/>
              </a:rPr>
              <a:t>Dupliquen el tablero por grupo. Trabajen del 1 al 6. Una nota = una idea. La guía web solo se consulta si se atascan.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4D594-DB61-4E61-86E9-D63398D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354DF-8EFE-4B5D-B5CE-72E6908F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220A6-B08F-44E2-89E2-3E82267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01  Lo que traemos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A08DC-1AAD-4F70-965E-6EA2678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18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B8E60-D101-40F0-B10B-DF45B38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Recuperen la tarea (6 min) y elijan pregunta + escena (8 min). Los 4 min restantes son de puesta en común.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E1762-A7DE-4B73-BE92-B60AA79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EB5F5-F22B-44E8-8EA4-433936D2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misma inquietud, pregunta abierta y escena acotada.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3543C-B85A-452D-9D9B-414F0EEB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INQUIETUD + VERBO + HIPÓTESIS ELEGIDA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97C9D-7354-4B6F-9640-9A30CE9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6400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9882E-B762-4EE9-B5D3-5B8F4DA8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6172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724D1-490F-42A2-93D8-15A2C390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198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TODAVÍA NECESITAMOS DESCUBRIR QUÉ CAMBIA CUANDO…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CD9BB-63D3-41CD-884A-60EBF02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53200"/>
            <a:ext cx="6400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D1E43-30BC-4C6B-8125-429C2D3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29400"/>
            <a:ext cx="6172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6FBF3-6470-4855-815F-87580FE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581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PERSONA + SITUACIÓN + DOS POSIBILIDADES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1053F-8D24-48EF-A075-381FFE8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91525"/>
            <a:ext cx="6400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F9199-9FF2-4358-B46D-EBEA6BB6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67725"/>
            <a:ext cx="6172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74D49-71AC-4ABB-9FAF-916FD6B5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4025D-A451-4830-8775-820CCF8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D4FF8-30EB-41FD-ABAF-E8EB7BC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02  Una escena, dos recorridos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A83F0-8897-407E-A3E7-B177E3A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47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F267C-BB20-4A88-A59A-B3A3C988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Construyan (17), recorran con y sin decisiones (15) y ajusten (10). Reservamos 5 min para explicar el ejercicio.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920BE-34E4-4FD1-9DAD-30600CA0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52A47-EBBD-44F2-A6A1-D243EC1A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escena, registro y pérdida identificada o pendiente.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59660-31A2-40A3-989F-50C7EB61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PEGUEN EL BOCETO, FLUJO O STORYBOARD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EBDD4-FED4-44F2-986F-4710A3B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05350"/>
            <a:ext cx="6400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DBC696-E1F0-488D-9A2F-0029F79C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61722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Situación → acción/control → regla → respuesta → consecuencia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Incluyan dos posibilidades.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A40D2-2A38-4657-BD64-A3A6CAC8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0008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CON PARTICIPACIÓN / SIN PARTICIPACIÓN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3B1872-6CAD-4533-B560-324A350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334250"/>
            <a:ext cx="6400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2E1B8B-AE6B-4871-963C-203E943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410450"/>
            <a:ext cx="6172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¿Qué cambió o permaneció igual? Anoten acción y frase concreta.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3B346B-79C5-4CB2-A74D-D533501F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6296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SIN INTERVENCIÓN SE PIERDE… / FALTA INVESTIGAR…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3B442B-D79A-472F-A4C1-AE998A7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963025"/>
            <a:ext cx="640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FB0F9D-94BD-46FD-900D-1C7F299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5E1451-0B16-4AFC-B990-6ABF923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2FD772-EC9E-4AE6-9185-BBA2E7E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03  Nuestro territorio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4067C9-3463-4501-BCD9-0A2B2FEC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25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AAC5F2-F108-4F05-8099-B936A77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Completen con registros reales (15 min). Conversación y revisión: 10 min. Separen lo visto de lo interpretado.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880CCA-9028-433C-B8B8-EC131B3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19A1F9-D79B-4690-AE77-71B1408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personas, evidencia, relación y límites conectados.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917340-E54D-434C-AF61-C0CC58B2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EVIDENCIA + FUENTE / INTERPRETACIÓN / PREGUNTA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34EA6D-C2E9-42D6-BC8E-40DAA43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705350"/>
            <a:ext cx="64008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3A6E36-2802-4098-A7A9-5598449A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781550"/>
            <a:ext cx="6172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2440F9-6442-4333-B34F-21FD620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4293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PARA QUIÉN O CON QUIÉN + CONTEXTO + TENSIÓN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5D28DC-7509-4A2B-877C-C697904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762750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2B109D-1A2B-4F1A-869E-24039EE0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6838950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0CE56D-8184-455D-AB27-AAC8345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81343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QUÉ INVESTIGAMOS Y POR QUÉ / INCLUYE / DEJA FUERA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D0BAF8-21C0-4983-B936-384E0D69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8467725"/>
            <a:ext cx="6400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AECB03-E155-48F5-93DC-F6F00EED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8543925"/>
            <a:ext cx="617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AF8224-A137-4B59-ACAF-472FB465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93683D-FF1F-43BA-B715-08504D96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E95A46-4048-4B1F-914E-F7F39236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04  Así empieza a percibirse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4429D7-31F9-49F3-8D02-1C8503D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50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50DE52-3004-4EAE-98BC-FCD31DC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Elijan 3–5 cualidades (7 min). Construyan y argumenten una muestra (30 min). Conversación y ejemplos: 13 min.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26BC11-A348-4027-BF92-593CD4D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251869-A1F8-4D60-8AC8-4651864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cada decisión responde a una intención.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B43916-BC2D-4FCA-B18C-378FDEA8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PROPONEMOS QUE LA PERSONA… / DEBERÍA SENTIRSE…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5E9484-FE09-47F7-8CEB-927BFC01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44600"/>
            <a:ext cx="6400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59D1AD-D374-4C9A-AA5E-F852E5C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20800"/>
            <a:ext cx="6172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3DDA91-9096-4018-9A3D-81D03BF9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876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PEGUEN UNA MUESTRA: TEXTO, IMAGEN, COMPOSICIÓN…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978D09-629B-4757-B96A-2D2C447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0"/>
            <a:ext cx="64008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DD17AE-7208-488D-90DA-8DCF50F5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97200"/>
            <a:ext cx="6172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Incluyan comportamiento, no solo apariencia.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60CDCF-F4E8-4385-A6FF-78715CB1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736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CUALIDAD → DECISIÓN → EFECTO ESPERADO → DUDA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87888E-7603-40A8-85DF-B9729FC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0"/>
            <a:ext cx="6400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969BC2-32AE-4BAA-BD74-5AFBC2D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83200"/>
            <a:ext cx="617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51243F-328B-484C-874C-36712090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A88EF9-E9C9-42A2-A77C-A8C852E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4FE22C-B9AF-4F1F-88F8-5CE9B7DE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05  Referentes y nombre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1DA38A-EA06-4D15-957D-FB6EA29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30 min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3C68D7-ECCF-4B83-BAA1-A868AC1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Dos referentes (12 min), un nombre provisional (10 min) y conversación (8 min). Uno de los referentes amplía la mirada fuera de lo digital.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7720D55-45FF-4D47-B3D1-63113A7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5DC5EB-27A9-4585-A1BD-20AB3256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referentes leídos y nombre o estrategia concreta.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FD3BFE-6DC7-4894-8BEF-375B9A66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REFERENTE 1 / REFERENTE 2 + AUTOR Y ENLACE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25B97C-B567-40C6-A0AA-15D9503A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44600"/>
            <a:ext cx="6400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50D384-C6BE-4699-AA9A-02778DC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020800"/>
            <a:ext cx="617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Qué interesa • qué decisión lo produce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Qué aprendemos • qué no trasladamos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995E0E-8CF1-45E7-BFAE-7FC1822B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019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CINCO NOMBRES POSIBLES → UNO PROVISIONAL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E1E542-2E93-464C-8975-35D43A2B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935325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630078-E14E-4CC4-BAE4-3CE83D2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11525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4801A-133F-4210-96C6-EE1CC59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2974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QUÉ PROMETE / POR QUÉ ENCAJA / SI FALTA: QUIÉN Y CUÁNDO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014123-5188-4B6D-8177-74CA510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630775"/>
            <a:ext cx="6400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D958550-17EA-4ADF-A8A6-D9E1FE86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706975"/>
            <a:ext cx="6172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A34029-3A9F-4E2F-A18E-0DFED9CD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EC6A32-A326-4F63-A34B-FE255BD3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3D1A41-C7E4-408D-BDBF-477AA476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06  Lo que llevamos al 17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2261A66-C231-4353-AC17-29FF5B0B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35 min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177D21-CDEB-4F41-9F66-AAAD2B24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Integren (10), lean (5), corrijan una conexión (5). Acuerden responsables (10) y cierren (5).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449F0E-BCA2-4C34-9D43-33FCA697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D50D3C6-AFF0-4AE3-B9AD-D72154B3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primera versión integrada y plan para la clase 7.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1EE091-5B60-44A1-B247-01CC168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ENLACE A LA PRESENTACIÓN + CONEXIÓN MÁS DÉBIL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F41F34-2DDB-4122-A49F-A8F083A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3944600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34C630-4A92-4BC9-BD31-98195B40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4020800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9DA7EB-D9DD-464D-8C56-6947CBDE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53162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PENDIENTE / RESPONSABLE / FECHA / CÓMO SE VERIFICA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3AAEEB-CBFB-4E64-9A3F-A61D44A9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5649575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E4E780-7166-4801-A80A-48FAFAA9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5725775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DEB87E9-B00F-4CB9-90A1-B71776E2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75831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QUÉ SIGUE ABIERTO Y QUÉ NECESITAMOS INVESTIGAR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EAE398-572A-4DCA-B60C-D64C21D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7916525"/>
            <a:ext cx="640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A89B8B-5CBA-45F9-B4A0-38472836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7992725"/>
            <a:ext cx="617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6604B1-1F43-4155-9DF7-239331A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35875"/>
            <a:ext cx="2171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555555"/>
                </a:solidFill>
                <a:latin typeface="Roboto"/>
                <a:ea typeface="Roboto"/>
                <a:cs typeface="Roboto"/>
              </a:rPr>
              <a:t>205 min de trabajo + 2 pausas de 10 min (después de 02 y 04) + 15 min de acompañamiento = 4 horas. La prueba entre compañeros revisa la propuesta; no sustituye investigación con personas reales.</a:t>
            </a:r>
          </a:p>
        </p:txBody>
      </p:sp>
    </p:spTree>
    <p:extLst>
      <p:ext uri="{BB962C8B-B14F-4D97-AF65-F5344CB8AC3E}">
        <p14:creationId xmlns:p14="http://schemas.microsoft.com/office/powerpoint/2010/main" val="1626510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8EC301-474D-4ACC-86C9-F18BEBC8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881A7-C4E8-4D60-B6ED-10979427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PENSAMIENTO SENSORIAL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71CB6-7EDB-4D00-91C0-784BB24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29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GRUPO: [completar]    INTEGRANTES: [completar]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1424D-8F54-49EE-8D3E-7D8C33A4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2095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435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Clase 7 · Defender el territorio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5797F-E091-42C8-BE49-AF7C056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152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555555"/>
                </a:solidFill>
                <a:latin typeface="Roboto"/>
                <a:ea typeface="Roboto"/>
                <a:cs typeface="Roboto"/>
              </a:rPr>
              <a:t>Continúen sobre el trabajo de la clase 6. Registren decisiones y correcciones. Hoy deben ensayar el anteproyecto completo.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D0FA0-4E20-43D7-AE30-3103738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21D64-E79A-430D-A84F-61008E5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BD022-F7CD-4D9B-BEEB-80BAF60B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01  Reconstruir el argumento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52B2E-32C4-4A25-BB17-6BD6D289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35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728F0-9346-4D75-81C9-EB45B2A7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Conecten las piezas (20 min). Conversación y lectura: 15 min. Cada frase debe poder rastrearse a un 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64378-D5C1-4BA8-A74D-38FF992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612F5-AEB1-400D-879E-19225EF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se entiende el camino y conocemos el salto débil.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A9367-F7E1-4D3F-BBA9-A9E53A52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VIMOS → INTERPRETAMOS → TENSIÓN → PREGUNTA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2DC1E-3F32-4D65-B954-EDD95B9D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6400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69F31-F6D9-48FD-9D94-38B77ABF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617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C2255-F63A-4DDE-BE10-5CE3F422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RELACIÓN → EXPERIENCIA → IDENTIDAD → INCERTIDUMBRE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27A61-B86E-4519-9627-6B7C438E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96075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620EF-15B4-4F93-8991-AEA8F42F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72275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33E53-C649-4BDA-A1B5-94F4CA6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581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LA CONEXIÓN QUE NECESITAMOS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2C5DA-286F-42C6-84CC-EC2D56FF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91525"/>
            <a:ext cx="6400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47FDA-6FB7-48AB-A93B-49B08C2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67725"/>
            <a:ext cx="6172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649BB-2F9B-49AC-8981-F15E8DD5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74059-5D5E-48B9-8FEB-8C1919F9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6BBB4-99B6-4676-BCAB-6ABEC177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02  Cuatro criterios iguales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A6A32-0C31-4798-9F65-DDA9186D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10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BC86A-A945-4F31-9E29-04AFB998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Localicen un registro o diapositiva (4), marquen estado y razón (4), elijan una prioridad (2). Cada criterio pesa 25 %.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7123B-9921-4167-BFE9-65BE511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4B3D2-C9C9-4D10-8C60-103749E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estado y evidencia, o descripción de lo que falta.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3FE06F-08D4-45F5-A3C4-83EA5FF9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PERSONAS Y CONTEXTO / CLARIDAD DE LA INTENCIÓN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13AB5B-5B14-47CB-8A57-B9C7AC43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05350"/>
            <a:ext cx="64008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5CB08-5BD1-4B2A-8CB1-A3BD5E88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6172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Para cada criterio: sustentado, parcial o pendiente.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Registro o diapositiva + razón.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1DD59-5173-468E-9DA0-924108B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4293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NOMBRE E IDENTIDAD / PREGUNTA DE INTERACCIÓN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0AC89E-5EA9-41B1-8585-6A63C6D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762750"/>
            <a:ext cx="64008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9CE40-21B9-4DFA-8510-D9CEE20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838950"/>
            <a:ext cx="6172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Para cada criterio: sustentado, parcial o pendiente.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Registro o diapositiva + razón.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6A2F6B-4A42-4199-9045-7885EA0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4867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PRIORIDAD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159936-DB83-46EE-AC93-F737F5E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820150"/>
            <a:ext cx="6400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9CAF80-0D08-46A5-938E-9B1867C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4BA92E-F114-4F16-88FF-4D8D4FEF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55F758-04FD-4B73-8F69-6CA9276B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03  Mesa de crítica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E6E471-916A-4904-B054-29F5D990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70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5EFC77-796F-439A-B507-AD16EE6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Cinco rondas: 5 min presentar + 4 criticar + 3 registrar = 60 min. Después, 10 min para trabajar cómo defender una objeción.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088CF8-1CB1-4B6A-8852-9BD61695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5C9434-0465-4AEB-8609-D9050A8F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una fortaleza y dos problemas prioritarios.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D81239-746B-4082-8A35-A2C86A4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SE SOSTIENE / REVISAR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2FA280-3FC2-4AF7-B843-AF40073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705350"/>
            <a:ext cx="640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627668-F109-4183-BC96-BE9ACBD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781550"/>
            <a:ext cx="617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Cita o decisión + criterio + razón.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8100FA-25BF-4337-8C64-7CAAB13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2865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PREGUNTA / POSIBILIDAD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E9C9BE-3335-45E6-A6AD-16A12A8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619875"/>
            <a:ext cx="640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31BC97-CFB3-4507-821B-D457B842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6696075"/>
            <a:ext cx="617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Duda abierta + ajuste acotado sugerido.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6A0FFC-3685-4400-AE85-7229A033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82010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OBJECIÓN / QUÉ PODEMOS DEFENDER / QUÉ FALTA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87B5C6-957C-406F-8429-601098E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8534400"/>
            <a:ext cx="640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8F3C92-F5B4-4404-88F3-F519C07A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8610600"/>
            <a:ext cx="617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EAA7A9-7FAA-4447-8969-42137AB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211687-4E38-4AA0-A4F4-F412DDE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3E20C9-3AC2-4BA4-9292-1BEAC28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04  Dos correcciones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321799-5A4E-4C73-A88C-106C4891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25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8B0CCF-8774-482D-8095-72ADB459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Elijan dos ajustes (5 min), editen (15) y lean lo corregido (5). Si falta evidencia, acoten la afirmación.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6EBB5A-18D9-4D09-8E2E-4FDBEAC7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9831DA-3CF9-4584-B269-17345513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presentación completa para ensayar.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EB92B3-8B45-4DCE-9289-E1F3E7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AJUSTE 1 / ANTES / DESPUÉS / POR QUÉ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E5B6CF-570D-4F77-998E-EAFA5D70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44600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413DBB-E9AE-4CC4-B182-5571787A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20800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6A59AF-BE17-47D5-B9F0-FC414B8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877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AJUSTE 2 / ANTES / DESPUÉS / POR QUÉ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23964D-C231-414A-BB40-497CC1A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221075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0E078F-E07E-4609-8266-C11F7AD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97275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8BED42-1C70-4336-B4CB-1269C121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9C5F6B-25BF-47C7-A74B-C740A8E8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63EC40-71BC-409C-82D6-F1720E22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05  Ensayo completo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3E2F0D-4AFD-4701-BFD2-DA72FE58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50 min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969173-7248-45B4-B6FF-D798BA9F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Cinco rondas: 6 min defender + 2 min objeción/respuesta + 2 min retroalimentación. El revisor avisa al minuto 5.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B67B49-6485-4AA6-A236-2E995B9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92BB55-1C5D-4455-909C-081154F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todos ensayaron y tienen hasta dos ajustes finales.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E00344-466A-4F70-97CC-1D0832D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ARGUMENTO: QUÉ SE ENTIENDE / QUÉ CONEXIÓN FALTA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A1DD70-44A9-4E84-8961-99880C4E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44600"/>
            <a:ext cx="6400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FEF6CF-6695-413F-ADF9-CB7D128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020800"/>
            <a:ext cx="617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5F1951-91B3-46D8-AC8E-CE281BB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019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PRESENTACIÓN: QUÉ AYUDA / QUÉ IMPIDE COMPRENDER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2EB60C-3592-4B9D-B996-289C58D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935325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3C4CDE-D2D3-4431-9F7A-956D9E2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11525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D11401-EEFB-4505-8E00-D3740B8B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2974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OBJECIÓN Y RESPUESTA DEL EQUIPO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8CD1A46-884A-4CB8-8145-01E123F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630775"/>
            <a:ext cx="6400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3237E8-01D6-4B6C-8721-49281772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706975"/>
            <a:ext cx="6172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3B7212-ED70-47F9-A45D-4D74D4E1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42DD95-90D3-4EB5-8B93-AAC95EA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0108A3-FF02-4013-A154-51A74BB6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06  Listos para el viernes 18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95DB6C-F5BB-4711-A4E2-5E68D40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15 min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B9799B9-1A58-4669-A46D-857D2D5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Acuerden el cierre (10 min) y sinteticen (5). Conserven las incertidumbres. Los seis minutos son de ensayo, no el tiempo oficial del viernes.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6EB252-D787-49B6-BF33-005964D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A21E89-CE75-442F-A412-733F2EB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LISTO: versión ensayada y plan breve de cierre.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22E2D6-BD86-4CC1-9F3C-E6004143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HASTA DOS AJUSTES / RESPONSABLE / HORA DE CIERRE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0351C2-5EDA-4DA3-A80A-C06130BA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3944600"/>
            <a:ext cx="64008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E3B6259-0E59-4AC9-8ACF-E7795B0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4020800"/>
            <a:ext cx="6172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BD4E71-36D8-4773-97F2-19443041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57448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ARCHIVO + ACCESO + QUIÉN PRESENTA CADA PARTE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B8CDE5-1930-4046-ADD8-8DC84D70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6078200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A3B4C2-CF2C-4B5E-9F4F-54AC58B0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6154400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E20514-E72A-4AF5-B1AA-1CF92D1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74402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ESTO SABEMOS / PROPONEMOS / PODEMOS DEFENDER / FALTA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50F1CE-626C-448E-9ED0-4A2DD4E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7773650"/>
            <a:ext cx="640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7319FA-C902-419E-8868-503F1811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7849850"/>
            <a:ext cx="617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F6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6F6F6F"/>
                </a:solidFill>
                <a:latin typeface="Roboto"/>
                <a:ea typeface="Roboto"/>
                <a:cs typeface="Roboto"/>
              </a:rPr>
              <a:t>Escriban aquí…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7E6088-9A9F-471E-BC01-14DE089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35875"/>
            <a:ext cx="2171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555555"/>
                </a:solidFill>
                <a:latin typeface="Roboto"/>
                <a:ea typeface="Roboto"/>
                <a:cs typeface="Roboto"/>
              </a:rPr>
              <a:t>205 min + dos pausas de 10 min (después de la crítica y antes del ensayo) + 15 min de margen. Revisión: 2 revisa a 1; 3 a 2; 4 a 3; 5 a 4; 1 a 5. Si cambia el número de grupos, se redistribuyen las rondas.</a:t>
            </a:r>
          </a:p>
        </p:txBody>
      </p:sp>
    </p:spTree>
    <p:extLst>
      <p:ext uri="{BB962C8B-B14F-4D97-AF65-F5344CB8AC3E}">
        <p14:creationId xmlns:p14="http://schemas.microsoft.com/office/powerpoint/2010/main" val="1130688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217A4E-FD8C-4EE3-9E15-843D8D4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4E252-D789-4FC3-8C20-76326785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PENSAMIENTO SENSORIAL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17D93-2F9E-454F-825D-F46E6964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29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GRUPO: [completar]    INTEGRANTES: [completar]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7141F-A138-4275-A18B-1AACE21C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2095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435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Ejemplo · Memoria familiar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FF87-313A-4964-8C6B-573EC66E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152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555555"/>
                </a:solidFill>
                <a:latin typeface="Roboto"/>
                <a:ea typeface="Roboto"/>
                <a:cs typeface="Roboto"/>
              </a:rPr>
              <a:t>CASO INVENTADO PARA LEER EL TABLERO. No es evidencia de investigación ni una respuesta que deban copiar.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66E43-3EC0-41C2-8E1A-2C62BEAE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758B1-8C87-4C5C-8538-7692053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D4333-4DBE-430A-ABFD-10ACDA63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01  Pregunta e intención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4539F-CAFE-421E-AC15-510662A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Ejemplo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1C968-6C79-4B0F-B11B-2D773F50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La tarea proponía reconstruir una historia a partir de recuerdos que pueden contradecirse.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9D19A-F5BD-436F-87B6-912E3E4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DC507-6C5E-4BF2-83A9-B1C10DC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La pregunta conserva algo por descubrir.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4D84B-CD87-4A30-8276-1E0B1E5D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INQUIETUD Y VERBO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360C0-EA9D-4452-B7BF-FFAACD31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6400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7D199-8176-4D16-AB6F-AF799B56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617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Nos inquieta que una historia común pueda tener versiones incompatibles. Verbo: reconstruir.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58C24-4001-4C75-8F10-B10E923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579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PREGUNTA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22E95-8A43-4F78-9CDB-01D8B88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91325"/>
            <a:ext cx="6400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D7069-CF6B-4973-B96A-18857581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67525"/>
            <a:ext cx="6172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¿Cómo cambia reconstruir una historia cuando podemos conservar versiones contradictorias en lugar de elegir solo una?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088CF-DD89-4015-9D9D-BBAB84A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C1F9E-FCF2-4AD3-8E47-E634072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50FC5-791F-44A8-B5CF-60125551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02  Prototipo en papel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72DD5-28F4-4B52-A9FA-3FAF3D6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Ejemplo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F3E96-1287-4E6E-A71D-B3F11AB8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Dos tarjetas cuentan un encuentro distinto. El participante puede conservar una o ambas. El sistema representa la respuesta.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87BF7-ECB2-4A0C-B584-93F62172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883D0-37A5-4D7A-9115-C55EFD73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La decisión altera qué versiones permanecen visibles.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EFF97-B4F2-43A4-B281-EEB526AB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ACCIÓN / REGLA / RESPUESTA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5458C-8E32-4E6C-9306-A4AB62FA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05350"/>
            <a:ext cx="64008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32CAA-B35C-4234-95E8-AB3D2B1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61722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Mover tarjetas a «conservar» o «retirar». El sistema muestra las conservadas y deja una huella de lo retirado.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BCBE9-A22A-41C7-82AF-9BBAD90B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8294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SIN PARTICIPACIÓN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6CFD68-D66C-4A94-A633-6D04911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162800"/>
            <a:ext cx="6400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A4778F-307C-4551-9D6E-DC9E58D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239000"/>
            <a:ext cx="6172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El sistema muestra siempre una versión predeterminada. Se pierde decidir qué relatos conservar.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0AA54-F7F2-4658-AB6B-3C163BD6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19075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D9FFB-ED70-4BBE-A0F6-C4EAFD1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190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34BC6E-5F03-4B21-91DA-E2C0F81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333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03  Registro e incertidumbre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7FFDC6-28FA-4FB3-9875-8E74E2A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Ejemplo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850525-8884-4020-A920-0BEC8796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311467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Un registro del recorrido permite separar lo ocurrido de la interpretación. El siguiente registro también es inventado.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0F1D27-2866-445D-9ADB-61B4D776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92505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0ED2F-049F-4725-AD43-7E3192A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1000125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No sabemos aún qué ocurrirá con recuerdos propios.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A415DC-3388-4B88-BA7F-0C7B2FA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37197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OBSERVACIÓN INVENTADA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C7E0F9-5590-4040-A6AD-5CDDEC9D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705350"/>
            <a:ext cx="640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BD15EF-EA58-4E5A-AF71-3C0330DA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781550"/>
            <a:ext cx="617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Conservó ambas tarjetas y dijo: «No quiero borrar ninguna».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C58ED9-A5B0-43DD-9103-9F65BEED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2865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INTERPRETACIÓN POSIBLE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7BED2F-2664-42E0-9C67-AA908A9D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6619875"/>
            <a:ext cx="640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A881F-F3BF-45BC-A004-C4BBA7A0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6696075"/>
            <a:ext cx="617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Conservar versiones podría importar más que elegir una sola.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29CA61-E5C1-4024-9A7E-499B6E25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79438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PREGUNTA ABIERTA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A09F10-EA67-4710-B5BE-49F3CAA0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8277225"/>
            <a:ext cx="6400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57B795-8F4A-4B01-9AAB-28D08EB2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8353425"/>
            <a:ext cx="617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¿Ocurre igual con historias que afectan a la persona?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A67E5F-23E9-4A30-8B3F-44186D28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52FC4D-42A4-478E-8AE9-F82B34B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488EE1-E70F-4D63-B2FF-4B749F05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04  Identidad con intención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9996BA-C4D0-4754-8EF7-28A5D13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Ejemplo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E46015-119F-4524-91FE-7999382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Cada cualidad produce una decisión que alguien puede percibir. El efecto esperado sigue siendo una hipótesis.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9608A-CCB0-40CE-9173-6E11940A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A8A8D2-8B1B-4BA2-9926-A916235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La identidad se puede argumentar desde la relación.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A6E43B-2BE3-49C5-8A7A-B980B984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DISCUTIBLE → DECISIÓN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E250BC-9E1C-4E70-84EC-709263C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44600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AFFE70-4A04-41B0-9896-1ADA0FD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20800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Relatos con igual jerarquía y autor identificado. Ninguno aparece marcado automáticamente como verdadero.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0A6BCF-FAA9-48F3-9E7E-948B039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877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EFECTO ESPERADO / DUDA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B7CB2C-270E-4A2A-869E-DEAFF13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221075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556266-0ED1-4231-8307-6BCFE861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97275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Esperamos que se puedan comparar. ¿Se entiende la discrepancia o parece un error del sistema?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2D40C9-7D80-44CD-A5FE-5D668ECC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00C36A-5D9B-4B01-8247-D712464A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23C6C3-B9F3-4E47-9EE7-985C17A4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05  Territorio por sustentar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E6ABBB-8B4A-4BF3-A5FB-5CA97911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Ejemplo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991EC0-0499-4AB8-9D93-E4C178FE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El ejemplo no trae investigación real. No podemos llenar ese vacío inventando personas o testimonios.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EE8464-3FD3-4C58-A2C6-1423F557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093465-AF69-47B8-A65B-5A8C61C3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Falta investigación real para delimitar este territorio.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474863-74E6-464B-8058-73914868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QUÉ FALTA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19B3FB-D92A-4E63-BD3D-901F9223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44600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994526-7890-4753-88FD-176E8B8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020800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Personas concretas, contexto, registros reales, pertinencia y límites del campo de investigación.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6CDFC3-3054-4023-BB0F-8E4095C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8770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NOMBRE PROVISIONAL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62128F-6F57-47BF-B4D8-02F1F16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221075"/>
            <a:ext cx="640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FC7DAB-DAD5-4C70-85D1-3C06C80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297275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«Versiones de casa». ¿Abre la negociación de recuerdos o promete solo un archivo doméstico?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76B619-CC6E-4D22-8A96-E560CE2C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1430000"/>
            <a:ext cx="68580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10A329-2EBE-498F-8FC0-B410FD0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1430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B04F60-3898-497F-8B85-2638B9E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1572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06  Una defensa honesta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D9666E-8684-4F90-B762-01E6B38C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11658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EFF41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EEFF41"/>
                </a:solidFill>
                <a:latin typeface="Roboto"/>
                <a:ea typeface="Roboto"/>
                <a:cs typeface="Roboto"/>
              </a:rPr>
              <a:t>Ejemplo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BEC7D51-4C5E-49C9-A053-AE4A002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2353925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725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Objeción: «¿Cómo saben que conservar relatos produce confianza?». Una respuesta reconoce lo que el prototipo no demuestra.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2ED409-26E9-4B85-940D-D1F0D0B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9164300"/>
            <a:ext cx="6400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F41"/>
          </a:solidFill>
          <a:ln xmlns:a="http://schemas.openxmlformats.org/drawingml/2006/main" w="9525">
            <a:solidFill>
              <a:srgbClr val="EEFF41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E7DF5A-5F06-4E8D-AD00-096B17F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19240500"/>
            <a:ext cx="621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Defender una decisión no exige fingir su resultado.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41CCAE-08D0-4D5C-B30E-0C9799DF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36112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RESPUESTA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0B6C52D-0277-424E-A84A-8887E30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3944600"/>
            <a:ext cx="64008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23EA5F-D2D3-45AA-999A-7BBC5EBF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14020800"/>
            <a:ext cx="6172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Todavía no sabemos si produce confianza. La regla permite mantener la contradicción visible. Necesitamos observar cómo lo entienden las personas con quienes trabajamos y si decidir qué conservar cambia esa relación.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9905AB-D99D-429F-AFB6-C68CA4B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35875"/>
            <a:ext cx="2171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555555"/>
                </a:solidFill>
                <a:latin typeface="Roboto"/>
                <a:ea typeface="Roboto"/>
                <a:cs typeface="Roboto"/>
              </a:rPr>
              <a:t>Usen este ejemplo para comprender el tipo de decisión y de registro. El territorio de cada grupo debe partir de su propia inquietud y de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385029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2026-09-07T17:45:09.9480000Z</dcterms:created>
  <dcterms:modified xsi:type="dcterms:W3CDTF">2026-09-07T17:45:09.9480000Z</dcterms:modified>
</coreProperties>
</file>